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koto" charset="1" panose="000000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jpe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8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4038" y="8625887"/>
            <a:ext cx="6219924" cy="500356"/>
            <a:chOff x="0" y="0"/>
            <a:chExt cx="1638169" cy="1317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169" cy="131781"/>
            </a:xfrm>
            <a:custGeom>
              <a:avLst/>
              <a:gdLst/>
              <a:ahLst/>
              <a:cxnLst/>
              <a:rect r="r" b="b" t="t" l="l"/>
              <a:pathLst>
                <a:path h="131781" w="1638169">
                  <a:moveTo>
                    <a:pt x="65891" y="0"/>
                  </a:moveTo>
                  <a:lnTo>
                    <a:pt x="1572279" y="0"/>
                  </a:lnTo>
                  <a:cubicBezTo>
                    <a:pt x="1589754" y="0"/>
                    <a:pt x="1606514" y="6942"/>
                    <a:pt x="1618870" y="19299"/>
                  </a:cubicBezTo>
                  <a:cubicBezTo>
                    <a:pt x="1631227" y="31656"/>
                    <a:pt x="1638169" y="48415"/>
                    <a:pt x="1638169" y="65891"/>
                  </a:cubicBezTo>
                  <a:lnTo>
                    <a:pt x="1638169" y="65891"/>
                  </a:lnTo>
                  <a:cubicBezTo>
                    <a:pt x="1638169" y="102281"/>
                    <a:pt x="1608669" y="131781"/>
                    <a:pt x="1572279" y="131781"/>
                  </a:cubicBezTo>
                  <a:lnTo>
                    <a:pt x="65891" y="131781"/>
                  </a:lnTo>
                  <a:cubicBezTo>
                    <a:pt x="29500" y="131781"/>
                    <a:pt x="0" y="102281"/>
                    <a:pt x="0" y="65891"/>
                  </a:cubicBezTo>
                  <a:lnTo>
                    <a:pt x="0" y="65891"/>
                  </a:lnTo>
                  <a:cubicBezTo>
                    <a:pt x="0" y="29500"/>
                    <a:pt x="29500" y="0"/>
                    <a:pt x="658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8169" cy="17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31502" y="3281096"/>
            <a:ext cx="14024997" cy="352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45"/>
              </a:lnSpc>
              <a:spcBef>
                <a:spcPct val="0"/>
              </a:spcBef>
            </a:pPr>
            <a:r>
              <a:rPr lang="en-US" sz="10104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AUGMENTED REALITY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7478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3245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30996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52512" y="8700794"/>
            <a:ext cx="57829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RX KING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17216" y="7487358"/>
            <a:ext cx="7253567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AR Waste Sorter &amp; Recycle Guide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99836" y="3374293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OUR TEAM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7478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3245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30996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0994" y="4911613"/>
            <a:ext cx="15880337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Izzat Aji Androfaza                                            Moch. Irham Maulana                                            Daffa Diandra Rizky A.</a:t>
            </a:r>
          </a:p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201009" y="6860892"/>
            <a:ext cx="10380307" cy="39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Joseph Marcell Gultom                                   Winston Juliand Sitranata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01009" y="7369068"/>
            <a:ext cx="10380307" cy="39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5025221279                                                              5025221285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3350" y="5445570"/>
            <a:ext cx="14981300" cy="39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5025221245                                                                 5025221251                                                                     5025221261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99836" y="3374293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7478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3245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30996" y="846773"/>
            <a:ext cx="1499526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21792" y="5086350"/>
            <a:ext cx="11244415" cy="10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What is Augmented Reality:</a:t>
            </a:r>
          </a:p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“A technology that overlays digital elements — such as 3D models, text, or animations — onto the real-world environment, often through a smartphone, tablet, or AR headset.”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9836" y="6546418"/>
            <a:ext cx="10380307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In short:</a:t>
            </a:r>
          </a:p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 Augmented = Real world + Virtual layer (combined together)</a:t>
            </a:r>
          </a:p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46235" y="3933452"/>
            <a:ext cx="4745968" cy="3167934"/>
          </a:xfrm>
          <a:custGeom>
            <a:avLst/>
            <a:gdLst/>
            <a:ahLst/>
            <a:cxnLst/>
            <a:rect r="r" b="b" t="t" l="l"/>
            <a:pathLst>
              <a:path h="3167934" w="4745968">
                <a:moveTo>
                  <a:pt x="0" y="0"/>
                </a:moveTo>
                <a:lnTo>
                  <a:pt x="4745968" y="0"/>
                </a:lnTo>
                <a:lnTo>
                  <a:pt x="4745968" y="3167934"/>
                </a:lnTo>
                <a:lnTo>
                  <a:pt x="0" y="3167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19013" y="3933452"/>
            <a:ext cx="4322990" cy="3167934"/>
          </a:xfrm>
          <a:custGeom>
            <a:avLst/>
            <a:gdLst/>
            <a:ahLst/>
            <a:cxnLst/>
            <a:rect r="r" b="b" t="t" l="l"/>
            <a:pathLst>
              <a:path h="3167934" w="4322990">
                <a:moveTo>
                  <a:pt x="0" y="0"/>
                </a:moveTo>
                <a:lnTo>
                  <a:pt x="4322990" y="0"/>
                </a:lnTo>
                <a:lnTo>
                  <a:pt x="4322990" y="3167934"/>
                </a:lnTo>
                <a:lnTo>
                  <a:pt x="0" y="31679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84" r="0" b="-458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6235" y="1915531"/>
            <a:ext cx="12548527" cy="178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0"/>
              </a:lnSpc>
              <a:spcBef>
                <a:spcPct val="0"/>
              </a:spcBef>
            </a:pPr>
            <a:r>
              <a:rPr lang="en-US" sz="51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BACKGROUND &amp; 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2324" y="7568111"/>
            <a:ext cx="6199327" cy="176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Indonesia produces millions of tons of waste every year. 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An interactive, educational, and engaging solution is needed to increase waste-sorting awareness.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99475" y="7568111"/>
            <a:ext cx="6280433" cy="176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There is a lack of education on how to sort and recycle waste properly. Many people are still confused: "Does this bottle go into the plastic or glass bin?"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0961" y="1864331"/>
            <a:ext cx="6558339" cy="6558339"/>
          </a:xfrm>
          <a:custGeom>
            <a:avLst/>
            <a:gdLst/>
            <a:ahLst/>
            <a:cxnLst/>
            <a:rect r="r" b="b" t="t" l="l"/>
            <a:pathLst>
              <a:path h="6558339" w="6558339">
                <a:moveTo>
                  <a:pt x="0" y="0"/>
                </a:moveTo>
                <a:lnTo>
                  <a:pt x="6558339" y="0"/>
                </a:lnTo>
                <a:lnTo>
                  <a:pt x="6558339" y="6558338"/>
                </a:lnTo>
                <a:lnTo>
                  <a:pt x="0" y="655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356946" y="2645014"/>
            <a:ext cx="5590530" cy="4996972"/>
            <a:chOff x="0" y="0"/>
            <a:chExt cx="866119" cy="774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6119" cy="774162"/>
            </a:xfrm>
            <a:custGeom>
              <a:avLst/>
              <a:gdLst/>
              <a:ahLst/>
              <a:cxnLst/>
              <a:rect r="r" b="b" t="t" l="l"/>
              <a:pathLst>
                <a:path h="774162" w="866119">
                  <a:moveTo>
                    <a:pt x="60932" y="0"/>
                  </a:moveTo>
                  <a:lnTo>
                    <a:pt x="805187" y="0"/>
                  </a:lnTo>
                  <a:cubicBezTo>
                    <a:pt x="821347" y="0"/>
                    <a:pt x="836846" y="6420"/>
                    <a:pt x="848273" y="17847"/>
                  </a:cubicBezTo>
                  <a:cubicBezTo>
                    <a:pt x="859700" y="29274"/>
                    <a:pt x="866119" y="44772"/>
                    <a:pt x="866119" y="60932"/>
                  </a:cubicBezTo>
                  <a:lnTo>
                    <a:pt x="866119" y="713229"/>
                  </a:lnTo>
                  <a:cubicBezTo>
                    <a:pt x="866119" y="729390"/>
                    <a:pt x="859700" y="744888"/>
                    <a:pt x="848273" y="756315"/>
                  </a:cubicBezTo>
                  <a:cubicBezTo>
                    <a:pt x="836846" y="767742"/>
                    <a:pt x="821347" y="774162"/>
                    <a:pt x="805187" y="774162"/>
                  </a:cubicBezTo>
                  <a:lnTo>
                    <a:pt x="60932" y="774162"/>
                  </a:lnTo>
                  <a:cubicBezTo>
                    <a:pt x="44772" y="774162"/>
                    <a:pt x="29274" y="767742"/>
                    <a:pt x="17847" y="756315"/>
                  </a:cubicBezTo>
                  <a:cubicBezTo>
                    <a:pt x="6420" y="744888"/>
                    <a:pt x="0" y="729390"/>
                    <a:pt x="0" y="713229"/>
                  </a:cubicBezTo>
                  <a:lnTo>
                    <a:pt x="0" y="60932"/>
                  </a:lnTo>
                  <a:cubicBezTo>
                    <a:pt x="0" y="44772"/>
                    <a:pt x="6420" y="29274"/>
                    <a:pt x="17847" y="17847"/>
                  </a:cubicBezTo>
                  <a:cubicBezTo>
                    <a:pt x="29274" y="6420"/>
                    <a:pt x="44772" y="0"/>
                    <a:pt x="60932" y="0"/>
                  </a:cubicBezTo>
                  <a:close/>
                </a:path>
              </a:pathLst>
            </a:custGeom>
            <a:blipFill>
              <a:blip r:embed="rId5"/>
              <a:stretch>
                <a:fillRect l="-19901" t="0" r="-1990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238882" y="6371668"/>
            <a:ext cx="2838903" cy="304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Objective: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To develop an Augmented </a:t>
            </a: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Reality application that recognizes different types of waste bins and allows users to interactively learn proper waste sorting by placing digital waste objects into the correct bins through gamified experiences.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50994" y="1947069"/>
            <a:ext cx="7149165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0994" y="4277995"/>
            <a:ext cx="5358349" cy="212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6" indent="-215898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People find it difficult to quickly identify different types of waste.</a:t>
            </a:r>
          </a:p>
          <a:p>
            <a:pPr algn="l" marL="431796" indent="-215898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There is a lack of information about proper disposal locations.</a:t>
            </a:r>
          </a:p>
          <a:p>
            <a:pPr algn="l" marL="431796" indent="-215898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A lack </a:t>
            </a:r>
            <a:r>
              <a:rPr lang="en-US" sz="19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of motivation exists due to the absence of a reward system.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67182" y="6052615"/>
            <a:ext cx="3731192" cy="3731192"/>
          </a:xfrm>
          <a:custGeom>
            <a:avLst/>
            <a:gdLst/>
            <a:ahLst/>
            <a:cxnLst/>
            <a:rect r="r" b="b" t="t" l="l"/>
            <a:pathLst>
              <a:path h="3731192" w="3731192">
                <a:moveTo>
                  <a:pt x="0" y="0"/>
                </a:moveTo>
                <a:lnTo>
                  <a:pt x="3731191" y="0"/>
                </a:lnTo>
                <a:lnTo>
                  <a:pt x="3731191" y="3731192"/>
                </a:lnTo>
                <a:lnTo>
                  <a:pt x="0" y="3731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950318" y="2810342"/>
            <a:ext cx="6762632" cy="5992115"/>
            <a:chOff x="0" y="0"/>
            <a:chExt cx="1773473" cy="15714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3474" cy="1571408"/>
            </a:xfrm>
            <a:custGeom>
              <a:avLst/>
              <a:gdLst/>
              <a:ahLst/>
              <a:cxnLst/>
              <a:rect r="r" b="b" t="t" l="l"/>
              <a:pathLst>
                <a:path h="1571408" w="1773474">
                  <a:moveTo>
                    <a:pt x="0" y="0"/>
                  </a:moveTo>
                  <a:lnTo>
                    <a:pt x="1773474" y="0"/>
                  </a:lnTo>
                  <a:lnTo>
                    <a:pt x="1773474" y="1571408"/>
                  </a:lnTo>
                  <a:lnTo>
                    <a:pt x="0" y="1571408"/>
                  </a:lnTo>
                  <a:close/>
                </a:path>
              </a:pathLst>
            </a:custGeom>
            <a:blipFill>
              <a:blip r:embed="rId7"/>
              <a:stretch>
                <a:fillRect l="-14913" t="0" r="-1491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625223" y="3088548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25223" y="6633302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4293" y="1429436"/>
            <a:ext cx="10829027" cy="92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9"/>
              </a:lnSpc>
              <a:spcBef>
                <a:spcPct val="0"/>
              </a:spcBef>
            </a:pPr>
            <a:r>
              <a:rPr lang="en-US" sz="5321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APP MAIN CONCEPT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1923" y="3602447"/>
            <a:ext cx="5716782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Use the AR </a:t>
            </a: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camera to detect the type of bin (organic, non-organic, etc.).</a:t>
            </a:r>
          </a:p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users cho</a:t>
            </a: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ose a digital waste item and throw it into the det</a:t>
            </a: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ected bin.</a:t>
            </a:r>
          </a:p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If the waste matches the bin type → correct! (+points).</a:t>
            </a:r>
          </a:p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If not → wrong output with a short tip or warning.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392488" y="3126259"/>
            <a:ext cx="3578859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Concept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68916" y="6783716"/>
            <a:ext cx="5115893" cy="174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</a:p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bin label and color.</a:t>
            </a:r>
          </a:p>
          <a:p>
            <a:pPr algn="l" marL="388617" indent="-194308" lvl="1">
              <a:lnSpc>
                <a:spcPts val="2519"/>
              </a:lnSpc>
              <a:buAutoNum type="arabicPeriod" startAt="1"/>
            </a:pPr>
            <a:r>
              <a:rPr lang="en-US" sz="17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digital waste object.</a:t>
            </a:r>
          </a:p>
          <a:p>
            <a:pPr algn="l" marL="345438" indent="-172719" lvl="1">
              <a:lnSpc>
                <a:spcPts val="2239"/>
              </a:lnSpc>
              <a:buAutoNum type="arabicPeriod" startAt="1"/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DIY recycling ideas (e.g., plastic bottle → plant pot).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392488" y="6684974"/>
            <a:ext cx="6172237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The AR Visual Overlay displays: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800049" y="2440868"/>
          <a:ext cx="10978881" cy="6764557"/>
        </p:xfrm>
        <a:graphic>
          <a:graphicData uri="http://schemas.openxmlformats.org/drawingml/2006/table">
            <a:tbl>
              <a:tblPr/>
              <a:tblGrid>
                <a:gridCol w="2811749"/>
                <a:gridCol w="8167132"/>
              </a:tblGrid>
              <a:tr h="8165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koto"/>
                          <a:ea typeface="Mokoto"/>
                          <a:cs typeface="Mokoto"/>
                          <a:sym typeface="Mokoto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koto"/>
                          <a:ea typeface="Mokoto"/>
                          <a:cs typeface="Mokoto"/>
                          <a:sym typeface="Mokoto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79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🗑 Bin Recognition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Detects waste type via camera and displays AR labels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73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🧩 Digital Waste Interaction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 can drag or throw digital waste into the detected bin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🎮 Gamification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Earn points for correct sorting, compete in a leaderboard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📊 User Stats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Tracks progress, scores, and learning history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💡 Recycling Tips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Shows ideas for DIY recycling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869736" y="923925"/>
            <a:ext cx="12548527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0"/>
              </a:lnSpc>
              <a:spcBef>
                <a:spcPct val="0"/>
              </a:spcBef>
            </a:pPr>
            <a:r>
              <a:rPr lang="en-US" sz="51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MAIN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6794" y="3666579"/>
            <a:ext cx="8272941" cy="4087440"/>
            <a:chOff x="0" y="0"/>
            <a:chExt cx="1137831" cy="5621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7831" cy="562172"/>
            </a:xfrm>
            <a:custGeom>
              <a:avLst/>
              <a:gdLst/>
              <a:ahLst/>
              <a:cxnLst/>
              <a:rect r="r" b="b" t="t" l="l"/>
              <a:pathLst>
                <a:path h="562172" w="1137831">
                  <a:moveTo>
                    <a:pt x="0" y="0"/>
                  </a:moveTo>
                  <a:lnTo>
                    <a:pt x="1137831" y="0"/>
                  </a:lnTo>
                  <a:lnTo>
                    <a:pt x="1137831" y="562172"/>
                  </a:lnTo>
                  <a:lnTo>
                    <a:pt x="0" y="562172"/>
                  </a:lnTo>
                  <a:close/>
                </a:path>
              </a:pathLst>
            </a:custGeom>
            <a:blipFill>
              <a:blip r:embed="rId3"/>
              <a:stretch>
                <a:fillRect l="0" t="-17424" r="0" b="-1742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099836" y="1380890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17419" y="3097003"/>
            <a:ext cx="6041881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app scans the real environment.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217419" y="2719179"/>
            <a:ext cx="583717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Open the AR camera.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7419" y="4320013"/>
            <a:ext cx="6041881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system recognizes the bin type (organic, plastic, paper, etc.) and shows its label.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217419" y="3932663"/>
            <a:ext cx="5030349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Detect the bin.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76460" y="2835393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76460" y="4141189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217419" y="5229851"/>
            <a:ext cx="583717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Select digital waste.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17419" y="6537317"/>
            <a:ext cx="583717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Throw it into the bin.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17419" y="5617577"/>
            <a:ext cx="6041881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user picks a virtual waste item (like a bottle or banana peel).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217419" y="6934192"/>
            <a:ext cx="6041881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The user drags or throws the digital waste into the detected bin.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376460" y="5446985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76460" y="6752781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217419" y="8176251"/>
            <a:ext cx="6041881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✅ If correct → gain points and animations appear.</a:t>
            </a:r>
          </a:p>
          <a:p>
            <a:pPr algn="l" marL="345438" indent="-172719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❌ If wrong → feedback or recycling tips are shown.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217419" y="7798427"/>
            <a:ext cx="583717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Check result.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376460" y="8058577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217419" y="9418311"/>
            <a:ext cx="6041881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Points and achievements are recorded in the leaderboard.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217419" y="9040487"/>
            <a:ext cx="583717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Save progress.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376460" y="9300637"/>
            <a:ext cx="643693" cy="381871"/>
          </a:xfrm>
          <a:custGeom>
            <a:avLst/>
            <a:gdLst/>
            <a:ahLst/>
            <a:cxnLst/>
            <a:rect r="r" b="b" t="t" l="l"/>
            <a:pathLst>
              <a:path h="381871" w="643693">
                <a:moveTo>
                  <a:pt x="0" y="0"/>
                </a:moveTo>
                <a:lnTo>
                  <a:pt x="643693" y="0"/>
                </a:lnTo>
                <a:lnTo>
                  <a:pt x="643693" y="381871"/>
                </a:lnTo>
                <a:lnTo>
                  <a:pt x="0" y="381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47771" y="1191748"/>
            <a:ext cx="12992459" cy="170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836"/>
              </a:lnSpc>
              <a:spcBef>
                <a:spcPct val="0"/>
              </a:spcBef>
            </a:pPr>
            <a:r>
              <a:rPr lang="en-US" sz="9882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34038" y="7937129"/>
            <a:ext cx="6219924" cy="699088"/>
            <a:chOff x="0" y="0"/>
            <a:chExt cx="1638169" cy="184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8169" cy="184122"/>
            </a:xfrm>
            <a:custGeom>
              <a:avLst/>
              <a:gdLst/>
              <a:ahLst/>
              <a:cxnLst/>
              <a:rect r="r" b="b" t="t" l="l"/>
              <a:pathLst>
                <a:path h="184122" w="1638169">
                  <a:moveTo>
                    <a:pt x="92061" y="0"/>
                  </a:moveTo>
                  <a:lnTo>
                    <a:pt x="1546108" y="0"/>
                  </a:lnTo>
                  <a:cubicBezTo>
                    <a:pt x="1570524" y="0"/>
                    <a:pt x="1593941" y="9699"/>
                    <a:pt x="1611205" y="26964"/>
                  </a:cubicBezTo>
                  <a:cubicBezTo>
                    <a:pt x="1628470" y="44229"/>
                    <a:pt x="1638169" y="67645"/>
                    <a:pt x="1638169" y="92061"/>
                  </a:cubicBezTo>
                  <a:lnTo>
                    <a:pt x="1638169" y="92061"/>
                  </a:lnTo>
                  <a:cubicBezTo>
                    <a:pt x="1638169" y="116477"/>
                    <a:pt x="1628470" y="139893"/>
                    <a:pt x="1611205" y="157158"/>
                  </a:cubicBezTo>
                  <a:cubicBezTo>
                    <a:pt x="1593941" y="174423"/>
                    <a:pt x="1570524" y="184122"/>
                    <a:pt x="1546108" y="184122"/>
                  </a:cubicBezTo>
                  <a:lnTo>
                    <a:pt x="92061" y="184122"/>
                  </a:lnTo>
                  <a:cubicBezTo>
                    <a:pt x="67645" y="184122"/>
                    <a:pt x="44229" y="174423"/>
                    <a:pt x="26964" y="157158"/>
                  </a:cubicBezTo>
                  <a:cubicBezTo>
                    <a:pt x="9699" y="139893"/>
                    <a:pt x="0" y="116477"/>
                    <a:pt x="0" y="92061"/>
                  </a:cubicBezTo>
                  <a:lnTo>
                    <a:pt x="0" y="92061"/>
                  </a:lnTo>
                  <a:cubicBezTo>
                    <a:pt x="0" y="67645"/>
                    <a:pt x="9699" y="44229"/>
                    <a:pt x="26964" y="26964"/>
                  </a:cubicBezTo>
                  <a:cubicBezTo>
                    <a:pt x="44229" y="9699"/>
                    <a:pt x="67645" y="0"/>
                    <a:pt x="920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38169" cy="231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52512" y="8078711"/>
            <a:ext cx="57829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RX KING TEAM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96320" y="3602863"/>
            <a:ext cx="10848276" cy="78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www dotcom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6929" y="3228128"/>
            <a:ext cx="8294142" cy="419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sz="12003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THANK</a:t>
            </a:r>
          </a:p>
          <a:p>
            <a:pPr algn="ctr" marL="0" indent="0" lvl="0">
              <a:lnSpc>
                <a:spcPts val="16804"/>
              </a:lnSpc>
              <a:spcBef>
                <a:spcPct val="0"/>
              </a:spcBef>
            </a:pPr>
            <a:r>
              <a:rPr lang="en-US" sz="12003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34038" y="7937129"/>
            <a:ext cx="6219924" cy="699088"/>
            <a:chOff x="0" y="0"/>
            <a:chExt cx="1638169" cy="184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8169" cy="184122"/>
            </a:xfrm>
            <a:custGeom>
              <a:avLst/>
              <a:gdLst/>
              <a:ahLst/>
              <a:cxnLst/>
              <a:rect r="r" b="b" t="t" l="l"/>
              <a:pathLst>
                <a:path h="184122" w="1638169">
                  <a:moveTo>
                    <a:pt x="92061" y="0"/>
                  </a:moveTo>
                  <a:lnTo>
                    <a:pt x="1546108" y="0"/>
                  </a:lnTo>
                  <a:cubicBezTo>
                    <a:pt x="1570524" y="0"/>
                    <a:pt x="1593941" y="9699"/>
                    <a:pt x="1611205" y="26964"/>
                  </a:cubicBezTo>
                  <a:cubicBezTo>
                    <a:pt x="1628470" y="44229"/>
                    <a:pt x="1638169" y="67645"/>
                    <a:pt x="1638169" y="92061"/>
                  </a:cubicBezTo>
                  <a:lnTo>
                    <a:pt x="1638169" y="92061"/>
                  </a:lnTo>
                  <a:cubicBezTo>
                    <a:pt x="1638169" y="116477"/>
                    <a:pt x="1628470" y="139893"/>
                    <a:pt x="1611205" y="157158"/>
                  </a:cubicBezTo>
                  <a:cubicBezTo>
                    <a:pt x="1593941" y="174423"/>
                    <a:pt x="1570524" y="184122"/>
                    <a:pt x="1546108" y="184122"/>
                  </a:cubicBezTo>
                  <a:lnTo>
                    <a:pt x="92061" y="184122"/>
                  </a:lnTo>
                  <a:cubicBezTo>
                    <a:pt x="67645" y="184122"/>
                    <a:pt x="44229" y="174423"/>
                    <a:pt x="26964" y="157158"/>
                  </a:cubicBezTo>
                  <a:cubicBezTo>
                    <a:pt x="9699" y="139893"/>
                    <a:pt x="0" y="116477"/>
                    <a:pt x="0" y="92061"/>
                  </a:cubicBezTo>
                  <a:lnTo>
                    <a:pt x="0" y="92061"/>
                  </a:lnTo>
                  <a:cubicBezTo>
                    <a:pt x="0" y="67645"/>
                    <a:pt x="9699" y="44229"/>
                    <a:pt x="26964" y="26964"/>
                  </a:cubicBezTo>
                  <a:cubicBezTo>
                    <a:pt x="44229" y="9699"/>
                    <a:pt x="67645" y="0"/>
                    <a:pt x="920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38169" cy="231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52512" y="8078711"/>
            <a:ext cx="57829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RX KING TEAM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DAG1kXXNqiQ</dc:identifier>
  <dcterms:modified xsi:type="dcterms:W3CDTF">2011-08-01T06:04:30Z</dcterms:modified>
  <cp:revision>1</cp:revision>
  <dc:title>Proposal Final Project</dc:title>
</cp:coreProperties>
</file>